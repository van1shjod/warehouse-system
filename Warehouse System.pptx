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8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4666B-C820-777E-E2A3-521A09013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28D848-0654-EE07-26D1-FDC817441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39E6F-067E-C360-6842-C084860A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989F60-AFB2-D38C-CFB4-852471A7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D73895-9CA5-F4D9-E054-796C02EA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29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13009-557A-9935-0FDD-F23043DA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39D33-E71C-F5BD-8C67-04CB22C11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201B24-B6EE-6B1C-FC07-71098FB3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95B20E-5356-C75B-BC32-EA6DF03B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76CC66-768F-EB78-7EE2-5EF73EDE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4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B066F-D3B1-5768-7B26-AA8F6784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F64728-7E89-5716-8C89-6F005DAD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5C9057-A8BB-24EF-C08A-2407D9A1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3223B-68F8-5FEE-4644-86C4F48D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70DD47-2624-FBD6-AF91-4855791F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67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6E17E-E129-EC00-F9E0-47E6FBC7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A5A39B-1DF2-C10D-5017-B90870031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D3F809-C983-FB63-9A86-613F8D479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AA6BF2-7539-EB0B-400F-67235007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6F2711-A01B-2B80-F62D-4B98903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D64A65-5DE3-207E-4A10-901D1A2E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76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13C86-A5D7-6D91-B33D-1A6687C2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FDA5E8-CC76-3F0C-AEB4-3C888B5AB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9DAD50-777D-7DC2-90DD-95C024C51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35B98A-BB28-5CE2-E91C-9863D8747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DFE681-8538-8023-EF0C-0D86ACE08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49DFD1-426F-3024-E84F-38840830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AA5FF4-7C62-D53C-D561-7B36F586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099CDA-1063-D1C0-3676-1B0AB073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82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D3E17-B7F0-06B4-EB94-3DD339CD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0383B6-4D24-875B-E628-309C518D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65D18B-A719-AEF6-E20B-F7D59353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51FF74-6BB0-EF58-3F76-766EE857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34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6E3EC9-7AE3-E8F4-3924-4ABA3CD0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2432CA-F06D-EF39-9A59-B5D327E4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66948C-A824-5A3C-AF54-CD3A220F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42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F69F4-90A6-044C-6DC2-F17DB3D7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9A1062-2584-CEA5-F24D-A40E513D6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9D9178-0438-C0AD-70F0-1BF68807C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2D078A-728A-33AA-8A7D-26147E1F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C487F0-D020-B01F-CBED-A9B788ED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59CD32-1670-8499-5E29-AC92E758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9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F9DD7-F878-C009-369D-21B7045A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3E5364-2162-ACD9-0E2F-FD0DF6216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D186BB-AD4A-6F4B-1923-AD5A1CEFD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E91B81-4C89-74E8-BA4E-4FFEBD0F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2B73D0-8C01-F7A7-99FE-ACFC7064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4DD527-7FDD-5390-B7CC-44DCD101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65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640B3-264D-F79D-C31B-0B621C71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B5E13D-AC37-55BA-4A6F-3B72D754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D3479-8086-C0AB-25F0-3C6944B4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B95A5F-E2C5-7C01-CAF0-4C675AFD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D184C-4909-BF2E-55A1-9A7D34AE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37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E24C8F-13E6-DB54-5576-260BBA39E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9D9BA2-0870-9B6E-F274-D3D3269EB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0597D5-D13D-B892-AB4F-2B680669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F6672-30AE-B2BA-294B-D8A8E00C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E091C1-9BA5-2E54-FEB9-DE1590C8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39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C38BF-5C7E-6ECD-1CC3-2265766A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1F932E-BF5F-3062-6D23-CD3CF950D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CD194-7E09-B2E9-AC84-2C5376C70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91C020-7C27-ED10-3437-83048E83B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F1CBC-0381-53AA-A988-006A09FC1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9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7BBF33D-F62B-DDCE-80C2-37066EC08D25}"/>
              </a:ext>
            </a:extLst>
          </p:cNvPr>
          <p:cNvSpPr/>
          <p:nvPr/>
        </p:nvSpPr>
        <p:spPr>
          <a:xfrm>
            <a:off x="0" y="0"/>
            <a:ext cx="7391697" cy="3253739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83FB18-A84E-C054-33E7-FA8B760ED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611" y="1944598"/>
            <a:ext cx="4876800" cy="48768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F8DAE-1AC2-7173-82DE-BC751543B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832" y="373665"/>
            <a:ext cx="5717968" cy="8597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0" dirty="0">
                <a:effectLst/>
                <a:latin typeface="-apple-system"/>
              </a:rPr>
              <a:t>Warehouse System</a:t>
            </a:r>
            <a:endParaRPr lang="ru-RU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EC5739-1216-8BEE-0979-32BAE88D5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74767"/>
            <a:ext cx="7627917" cy="762990"/>
          </a:xfrm>
        </p:spPr>
        <p:txBody>
          <a:bodyPr>
            <a:normAutofit/>
          </a:bodyPr>
          <a:lstStyle/>
          <a:p>
            <a:pPr algn="l"/>
            <a:r>
              <a:rPr lang="uk-UA" sz="4000" b="1" dirty="0">
                <a:latin typeface="-apple-system"/>
              </a:rPr>
              <a:t>Веб програма для сорту картону</a:t>
            </a:r>
            <a:endParaRPr lang="ru-RU" sz="4000" b="1" dirty="0">
              <a:latin typeface="-apple-system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A4AFDEF-DE4A-137D-63C8-1E736E5F8A22}"/>
              </a:ext>
            </a:extLst>
          </p:cNvPr>
          <p:cNvCxnSpPr>
            <a:cxnSpLocks/>
          </p:cNvCxnSpPr>
          <p:nvPr/>
        </p:nvCxnSpPr>
        <p:spPr>
          <a:xfrm>
            <a:off x="0" y="1704108"/>
            <a:ext cx="73046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24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C75502-5B8E-40DA-8303-8B7BBC98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00" y="1571922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5F439-0288-F78D-104D-D0463C20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Що в презентації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347851-437D-3C54-D66A-31ACF4464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1. стартове меню</a:t>
            </a:r>
          </a:p>
          <a:p>
            <a:r>
              <a:rPr lang="uk-UA" dirty="0"/>
              <a:t>2. меню</a:t>
            </a:r>
          </a:p>
          <a:p>
            <a:r>
              <a:rPr lang="uk-UA" dirty="0"/>
              <a:t>3. види сорту</a:t>
            </a:r>
          </a:p>
          <a:p>
            <a:r>
              <a:rPr lang="uk-UA" dirty="0"/>
              <a:t>4. огляд </a:t>
            </a:r>
          </a:p>
          <a:p>
            <a:r>
              <a:rPr lang="uk-UA" dirty="0"/>
              <a:t>5. різниця між користувач і </a:t>
            </a:r>
            <a:r>
              <a:rPr lang="uk-UA" dirty="0" err="1"/>
              <a:t>адмін</a:t>
            </a:r>
            <a:endParaRPr lang="uk-UA" dirty="0"/>
          </a:p>
          <a:p>
            <a:r>
              <a:rPr lang="uk-UA" dirty="0"/>
              <a:t>6. технічна сторона сервера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66794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A5AC00E-B427-B2F4-BDFF-5A373BC0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9" y="1452001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D460F-1475-9E0F-4FA1-272EAC8E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b="1" dirty="0"/>
              <a:t>Стартове меню</a:t>
            </a:r>
            <a:endParaRPr lang="ru-RU" sz="4000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BD860C-AE38-6978-FE99-8F485C4D0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6" b="2315"/>
          <a:stretch/>
        </p:blipFill>
        <p:spPr>
          <a:xfrm>
            <a:off x="8611850" y="211996"/>
            <a:ext cx="3112770" cy="6280879"/>
          </a:xfrm>
          <a:ln>
            <a:noFill/>
          </a:ln>
          <a:effectLst>
            <a:outerShdw blurRad="114300" dist="127000" dir="282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3A3666-AC6D-4EDC-2489-E66C29443227}"/>
              </a:ext>
            </a:extLst>
          </p:cNvPr>
          <p:cNvSpPr txBox="1"/>
          <p:nvPr/>
        </p:nvSpPr>
        <p:spPr>
          <a:xfrm>
            <a:off x="652072" y="1843817"/>
            <a:ext cx="60260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dirty="0">
                <a:latin typeface="-apple-system"/>
              </a:rPr>
              <a:t>Початкове меню для входу в свій акаунт</a:t>
            </a:r>
          </a:p>
          <a:p>
            <a:r>
              <a:rPr lang="uk-UA" sz="3600" dirty="0">
                <a:latin typeface="-apple-system"/>
              </a:rPr>
              <a:t>Якщо його у користувача немає його</a:t>
            </a:r>
          </a:p>
          <a:p>
            <a:r>
              <a:rPr lang="uk-UA" sz="3600" dirty="0">
                <a:latin typeface="-apple-system"/>
              </a:rPr>
              <a:t>Можна створити в опції реєстрація</a:t>
            </a:r>
            <a:endParaRPr lang="ru-RU" sz="36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8961200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276B32-8D12-1128-C99E-953224C5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76309" y="1533727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DBF6D-AB5A-D513-ED20-FD0C1D99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13" y="148314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Меню</a:t>
            </a:r>
            <a:endParaRPr lang="ru-RU" sz="4000" b="1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1ACDEC-D5F4-406E-BD5B-CBDBD782F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5" b="2069"/>
          <a:stretch/>
        </p:blipFill>
        <p:spPr>
          <a:xfrm>
            <a:off x="5527816" y="299802"/>
            <a:ext cx="3165231" cy="6409884"/>
          </a:xfrm>
          <a:effectLst>
            <a:outerShdw blurRad="88900" dist="127000" dir="2700000" algn="tl" rotWithShape="0">
              <a:prstClr val="black">
                <a:alpha val="55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1233A7-8E64-5C5A-8286-071ADDA13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2" b="2264"/>
          <a:stretch/>
        </p:blipFill>
        <p:spPr>
          <a:xfrm>
            <a:off x="8823056" y="306751"/>
            <a:ext cx="3165231" cy="6402935"/>
          </a:xfrm>
          <a:prstGeom prst="rect">
            <a:avLst/>
          </a:prstGeom>
          <a:effectLst>
            <a:outerShdw blurRad="88900" dist="127000" dir="2700000" algn="tl" rotWithShape="0">
              <a:prstClr val="black">
                <a:alpha val="55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005EEE-B4A6-F2AB-7564-2D1C017D12F1}"/>
              </a:ext>
            </a:extLst>
          </p:cNvPr>
          <p:cNvSpPr txBox="1"/>
          <p:nvPr/>
        </p:nvSpPr>
        <p:spPr>
          <a:xfrm>
            <a:off x="203713" y="1473877"/>
            <a:ext cx="47818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dirty="0">
                <a:latin typeface="-apple-system"/>
              </a:rPr>
              <a:t>В меню даний момент є тільки дві кнопки </a:t>
            </a:r>
          </a:p>
          <a:p>
            <a:r>
              <a:rPr lang="uk-UA" sz="3600" b="1" dirty="0">
                <a:latin typeface="-apple-system"/>
              </a:rPr>
              <a:t>вихід</a:t>
            </a:r>
            <a:r>
              <a:rPr lang="uk-UA" sz="3600" dirty="0">
                <a:latin typeface="-apple-system"/>
              </a:rPr>
              <a:t> із акаунту </a:t>
            </a:r>
            <a:r>
              <a:rPr lang="ru-RU" sz="3600" dirty="0">
                <a:latin typeface="-apple-system"/>
              </a:rPr>
              <a:t>і </a:t>
            </a:r>
            <a:r>
              <a:rPr lang="en-US" sz="3600" b="1" dirty="0">
                <a:latin typeface="-apple-system"/>
              </a:rPr>
              <a:t>SORT</a:t>
            </a:r>
            <a:endParaRPr lang="ru-RU" sz="3600" b="1" dirty="0">
              <a:latin typeface="-apple-system"/>
            </a:endParaRPr>
          </a:p>
          <a:p>
            <a:r>
              <a:rPr lang="ru-RU" sz="3600" dirty="0">
                <a:latin typeface="-apple-system"/>
              </a:rPr>
              <a:t>При нажаті на кнопку </a:t>
            </a:r>
            <a:r>
              <a:rPr lang="en-US" sz="3600" b="1" dirty="0">
                <a:latin typeface="-apple-system"/>
              </a:rPr>
              <a:t>SORT</a:t>
            </a:r>
            <a:r>
              <a:rPr lang="uk-UA" sz="3600" b="1" dirty="0">
                <a:latin typeface="-apple-system"/>
              </a:rPr>
              <a:t> </a:t>
            </a:r>
            <a:r>
              <a:rPr lang="uk-UA" sz="3600" dirty="0">
                <a:latin typeface="-apple-system"/>
              </a:rPr>
              <a:t>появиться вибір яких саме картонів буде проводитись сорт</a:t>
            </a:r>
          </a:p>
        </p:txBody>
      </p:sp>
    </p:spTree>
    <p:extLst>
      <p:ext uri="{BB962C8B-B14F-4D97-AF65-F5344CB8AC3E}">
        <p14:creationId xmlns:p14="http://schemas.microsoft.com/office/powerpoint/2010/main" val="31203768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A64A16-4398-42E0-1467-BF4937D7C52D}"/>
              </a:ext>
            </a:extLst>
          </p:cNvPr>
          <p:cNvSpPr/>
          <p:nvPr/>
        </p:nvSpPr>
        <p:spPr>
          <a:xfrm>
            <a:off x="-262328" y="1235623"/>
            <a:ext cx="12831580" cy="5187663"/>
          </a:xfrm>
          <a:prstGeom prst="rect">
            <a:avLst/>
          </a:prstGeom>
          <a:solidFill>
            <a:schemeClr val="tx1"/>
          </a:solidFill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8D932-486E-5CFF-3248-E41079A1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Функціонал </a:t>
            </a:r>
            <a:r>
              <a:rPr lang="en-US" sz="4000" b="1" dirty="0">
                <a:latin typeface="-apple-system"/>
              </a:rPr>
              <a:t>SORT Single / Vevor / Mix</a:t>
            </a:r>
            <a:endParaRPr lang="ru-RU" sz="4000" b="1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C8782F-855E-5399-7CD3-77D82A186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1" b="1992"/>
          <a:stretch/>
        </p:blipFill>
        <p:spPr>
          <a:xfrm>
            <a:off x="0" y="1593322"/>
            <a:ext cx="2193375" cy="446706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9BAB2E-9A5C-F65D-1CB8-D349B959A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9" b="1748"/>
          <a:stretch/>
        </p:blipFill>
        <p:spPr>
          <a:xfrm>
            <a:off x="2329021" y="1593322"/>
            <a:ext cx="2361048" cy="44670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AF13C1-AB77-2607-9650-1EDE2BE7D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6" b="1640"/>
          <a:stretch/>
        </p:blipFill>
        <p:spPr>
          <a:xfrm>
            <a:off x="4828677" y="1593321"/>
            <a:ext cx="2366972" cy="44670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8B89406-538A-2163-C36D-973DB5D3D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7" b="1748"/>
          <a:stretch/>
        </p:blipFill>
        <p:spPr>
          <a:xfrm>
            <a:off x="7334258" y="1593322"/>
            <a:ext cx="2366972" cy="446706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0C17E48-3DB9-8738-3491-65D708308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639"/>
          <a:stretch/>
        </p:blipFill>
        <p:spPr>
          <a:xfrm>
            <a:off x="9830952" y="1593322"/>
            <a:ext cx="2361048" cy="447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7728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9F807E-C05C-89EA-D342-6E0CE438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818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1233A7-8E64-5C5A-8286-071ADDA13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2" b="2264"/>
          <a:stretch/>
        </p:blipFill>
        <p:spPr>
          <a:xfrm>
            <a:off x="8823056" y="306751"/>
            <a:ext cx="3165231" cy="6402935"/>
          </a:xfrm>
          <a:prstGeom prst="rect">
            <a:avLst/>
          </a:prstGeom>
          <a:effectLst>
            <a:outerShdw blurRad="88900" dist="127000" dir="2700000" algn="tl" rotWithShape="0">
              <a:prstClr val="black">
                <a:alpha val="5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DBF6D-AB5A-D513-ED20-FD0C1D99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uk-UA" b="1" dirty="0">
                <a:latin typeface="-apple-system"/>
              </a:rPr>
              <a:t> </a:t>
            </a:r>
            <a:r>
              <a:rPr lang="uk-UA" sz="4000" b="1" dirty="0">
                <a:latin typeface="-apple-system"/>
              </a:rPr>
              <a:t>Різниця між </a:t>
            </a:r>
            <a:r>
              <a:rPr lang="en-US" sz="4000" b="1" dirty="0">
                <a:latin typeface="-apple-system"/>
              </a:rPr>
              <a:t>SORT Single / Vevor / Mix</a:t>
            </a:r>
            <a:endParaRPr lang="ru-RU" sz="4000" b="1" dirty="0"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05EEE-B4A6-F2AB-7564-2D1C017D12F1}"/>
              </a:ext>
            </a:extLst>
          </p:cNvPr>
          <p:cNvSpPr txBox="1"/>
          <p:nvPr/>
        </p:nvSpPr>
        <p:spPr>
          <a:xfrm>
            <a:off x="203713" y="1473877"/>
            <a:ext cx="47818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uk-UA" sz="3600" dirty="0"/>
              <a:t>Різниці між </a:t>
            </a:r>
            <a:r>
              <a:rPr lang="en-US" sz="3600" b="1" dirty="0"/>
              <a:t>Single</a:t>
            </a:r>
            <a:r>
              <a:rPr lang="en-US" sz="3600" dirty="0"/>
              <a:t> </a:t>
            </a:r>
            <a:r>
              <a:rPr lang="en-US" sz="3600" dirty="0" err="1"/>
              <a:t>i</a:t>
            </a:r>
            <a:r>
              <a:rPr lang="en-US" sz="3600" dirty="0"/>
              <a:t> </a:t>
            </a:r>
            <a:r>
              <a:rPr lang="en-US" sz="3600" b="1" dirty="0"/>
              <a:t>Vevor</a:t>
            </a:r>
            <a:r>
              <a:rPr lang="en-US" sz="3600" dirty="0"/>
              <a:t> </a:t>
            </a:r>
            <a:r>
              <a:rPr lang="uk-UA" sz="3600" dirty="0"/>
              <a:t>немає</a:t>
            </a:r>
          </a:p>
          <a:p>
            <a:pPr marL="0" indent="0">
              <a:buNone/>
            </a:pPr>
            <a:r>
              <a:rPr lang="uk-UA" sz="3600" dirty="0"/>
              <a:t>Окрім </a:t>
            </a:r>
            <a:r>
              <a:rPr lang="en-US" sz="3600" b="1" dirty="0"/>
              <a:t>Mix</a:t>
            </a:r>
            <a:r>
              <a:rPr lang="en-US" sz="3600" dirty="0"/>
              <a:t> </a:t>
            </a:r>
            <a:r>
              <a:rPr lang="uk-UA" sz="3600" dirty="0"/>
              <a:t>йому не потребується Ведення кількості яка повинна Бути.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42572D-0149-A115-6C36-B462D0F4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69" y="6405120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41417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185051-1DD0-5C22-6F26-890CDF5B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818" y="1405597"/>
            <a:ext cx="5371042" cy="4151736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A12A34-45F6-D148-3253-16E2C0B6C07D}"/>
              </a:ext>
            </a:extLst>
          </p:cNvPr>
          <p:cNvSpPr/>
          <p:nvPr/>
        </p:nvSpPr>
        <p:spPr>
          <a:xfrm>
            <a:off x="129045" y="1405597"/>
            <a:ext cx="5349859" cy="4129791"/>
          </a:xfrm>
          <a:prstGeom prst="rect">
            <a:avLst/>
          </a:prstGeom>
          <a:solidFill>
            <a:srgbClr val="FFFFFF"/>
          </a:solidFill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95237-96A6-9F8F-1D32-99033184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Різниця між користувачем і </a:t>
            </a:r>
            <a:r>
              <a:rPr lang="uk-UA" sz="4000" b="1" dirty="0" err="1">
                <a:latin typeface="-apple-system"/>
              </a:rPr>
              <a:t>Адміном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7484D7-2FCB-D310-1128-F07FD47B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360" y="6839745"/>
            <a:ext cx="1260423" cy="475365"/>
          </a:xfrm>
        </p:spPr>
        <p:txBody>
          <a:bodyPr>
            <a:normAutofit lnSpcReduction="10000"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D486C-724E-B729-7641-3090B7D4FAD7}"/>
              </a:ext>
            </a:extLst>
          </p:cNvPr>
          <p:cNvSpPr txBox="1"/>
          <p:nvPr/>
        </p:nvSpPr>
        <p:spPr>
          <a:xfrm>
            <a:off x="1548726" y="1496304"/>
            <a:ext cx="2510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b="1" dirty="0">
                <a:latin typeface="-apple-system"/>
              </a:rPr>
              <a:t>Користувач</a:t>
            </a:r>
            <a:r>
              <a:rPr lang="uk-UA" dirty="0"/>
              <a:t>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1000B-D7A0-C45D-E5BC-070BFA2AFCC9}"/>
              </a:ext>
            </a:extLst>
          </p:cNvPr>
          <p:cNvSpPr txBox="1"/>
          <p:nvPr/>
        </p:nvSpPr>
        <p:spPr>
          <a:xfrm>
            <a:off x="8282065" y="1496305"/>
            <a:ext cx="1428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b="1" dirty="0" err="1">
                <a:latin typeface="-apple-system"/>
              </a:rPr>
              <a:t>Адмін</a:t>
            </a:r>
            <a:endParaRPr lang="ru-RU" sz="3600" b="1" dirty="0"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E210F-733D-8C1D-DB3D-0F371F5D19CD}"/>
              </a:ext>
            </a:extLst>
          </p:cNvPr>
          <p:cNvSpPr txBox="1"/>
          <p:nvPr/>
        </p:nvSpPr>
        <p:spPr>
          <a:xfrm>
            <a:off x="249780" y="2295123"/>
            <a:ext cx="5108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Реєстрація нового акаунту</a:t>
            </a:r>
          </a:p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Робота з картонами  </a:t>
            </a:r>
            <a:r>
              <a:rPr lang="en-US" sz="2400" dirty="0">
                <a:latin typeface="-apple-system"/>
              </a:rPr>
              <a:t>Single Vevor mix</a:t>
            </a:r>
            <a:endParaRPr lang="ru-RU" sz="2400" dirty="0"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9704C-A88E-DD28-2583-843108EA2806}"/>
              </a:ext>
            </a:extLst>
          </p:cNvPr>
          <p:cNvSpPr txBox="1"/>
          <p:nvPr/>
        </p:nvSpPr>
        <p:spPr>
          <a:xfrm>
            <a:off x="6467818" y="2295123"/>
            <a:ext cx="5057090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Реєстрація нового користувача</a:t>
            </a:r>
          </a:p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Реєстрація нового </a:t>
            </a:r>
            <a:r>
              <a:rPr lang="uk-UA" sz="2400" dirty="0" err="1">
                <a:latin typeface="-apple-system"/>
              </a:rPr>
              <a:t>Адміна</a:t>
            </a:r>
            <a:endParaRPr lang="en-US" sz="2400" dirty="0">
              <a:latin typeface="-apple-system"/>
            </a:endParaRPr>
          </a:p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Редагування користувачів</a:t>
            </a:r>
          </a:p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Перегляд активності користувачів і</a:t>
            </a:r>
          </a:p>
          <a:p>
            <a:r>
              <a:rPr lang="uk-UA" sz="2400" dirty="0" err="1">
                <a:latin typeface="-apple-system"/>
              </a:rPr>
              <a:t>Админів</a:t>
            </a:r>
            <a:endParaRPr lang="uk-UA" sz="2400" dirty="0">
              <a:latin typeface="-apple-system"/>
            </a:endParaRPr>
          </a:p>
          <a:p>
            <a:r>
              <a:rPr lang="en-US" sz="2400" dirty="0">
                <a:latin typeface="-apple-system"/>
              </a:rPr>
              <a:t>*</a:t>
            </a:r>
            <a:r>
              <a:rPr lang="uk-UA" sz="2400" dirty="0">
                <a:latin typeface="-apple-system"/>
              </a:rPr>
              <a:t>Робота з картонами </a:t>
            </a:r>
            <a:r>
              <a:rPr lang="en-US" sz="2400" dirty="0">
                <a:latin typeface="-apple-system"/>
              </a:rPr>
              <a:t>Single Vevor Mix</a:t>
            </a:r>
            <a:endParaRPr lang="uk-UA" sz="2400" dirty="0">
              <a:latin typeface="-apple-system"/>
            </a:endParaRPr>
          </a:p>
          <a:p>
            <a:endParaRPr lang="ru-RU" sz="28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665860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6998B5-2425-EF78-73E7-A20F16A5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188"/>
            <a:ext cx="7821846" cy="4523624"/>
          </a:xfrm>
          <a:prstGeom prst="rect">
            <a:avLst/>
          </a:prstGeom>
          <a:effectLst>
            <a:outerShdw blurRad="139700" dist="38100" dir="5100000" sx="101000" sy="101000" algn="tl" rotWithShape="0">
              <a:prstClr val="black">
                <a:alpha val="46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C50E2-0287-E219-F0D9-6F636BAD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Технічна сторона сервера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0141A1-55DD-EE37-0B89-2BA4CF0F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1048"/>
            <a:ext cx="7232754" cy="4020539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Ви можете знайти цю інформацію </a:t>
            </a:r>
            <a:endParaRPr lang="en-US" dirty="0"/>
          </a:p>
          <a:p>
            <a:pPr marL="0" indent="0">
              <a:buNone/>
            </a:pPr>
            <a:r>
              <a:rPr lang="uk-UA" dirty="0"/>
              <a:t>перейшовши по адресі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https://github.com/Van1shjod/warehouse-system</a:t>
            </a:r>
            <a:endParaRPr lang="uk-UA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2072A0-9684-78FD-8716-6F70F40B1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662" y="2272565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4551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31108E-BA5D-D84A-EA71-70C8B2906507}"/>
              </a:ext>
            </a:extLst>
          </p:cNvPr>
          <p:cNvSpPr/>
          <p:nvPr/>
        </p:nvSpPr>
        <p:spPr>
          <a:xfrm>
            <a:off x="89708" y="1093456"/>
            <a:ext cx="7802614" cy="4504544"/>
          </a:xfrm>
          <a:prstGeom prst="rect">
            <a:avLst/>
          </a:prstGeom>
          <a:solidFill>
            <a:schemeClr val="bg1"/>
          </a:solidFill>
          <a:effectLst>
            <a:outerShdw blurRad="139700" dist="38100" dir="5100000" sx="101000" sy="101000" algn="tl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1F3C6-2B64-9964-0A7A-2C4D1013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Додаткові ідеї які були не </a:t>
            </a:r>
            <a:r>
              <a:rPr lang="uk-UA" sz="4000" b="1" dirty="0" err="1">
                <a:latin typeface="-apple-system"/>
              </a:rPr>
              <a:t>реалізованні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F2C5C9-EC79-324A-4830-59B2CBA13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58" y="1260000"/>
            <a:ext cx="7674964" cy="4338000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uk-UA" dirty="0"/>
              <a:t>*створення </a:t>
            </a:r>
            <a:r>
              <a:rPr lang="uk-UA" dirty="0" err="1"/>
              <a:t>Адміном</a:t>
            </a:r>
            <a:r>
              <a:rPr lang="uk-UA" dirty="0"/>
              <a:t> </a:t>
            </a:r>
            <a:r>
              <a:rPr lang="uk-UA" dirty="0" err="1"/>
              <a:t>отдельних</a:t>
            </a:r>
            <a:r>
              <a:rPr lang="uk-UA" dirty="0"/>
              <a:t> сортувань контейнерів (щоб не було плутанини)</a:t>
            </a:r>
          </a:p>
          <a:p>
            <a:pPr marL="0" indent="0">
              <a:buNone/>
            </a:pPr>
            <a:r>
              <a:rPr lang="uk-UA" dirty="0"/>
              <a:t>*Редагування</a:t>
            </a:r>
            <a:r>
              <a:rPr lang="en-US" dirty="0"/>
              <a:t>/</a:t>
            </a:r>
            <a:r>
              <a:rPr lang="uk-UA" dirty="0"/>
              <a:t>перегляд непосортованих</a:t>
            </a:r>
            <a:r>
              <a:rPr lang="en-US" dirty="0"/>
              <a:t>/</a:t>
            </a:r>
            <a:r>
              <a:rPr lang="uk-UA" dirty="0"/>
              <a:t>от сортованих картонів</a:t>
            </a:r>
            <a:r>
              <a:rPr lang="en-US" dirty="0"/>
              <a:t>/</a:t>
            </a:r>
            <a:r>
              <a:rPr lang="uk-UA" dirty="0" err="1"/>
              <a:t>палет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*Створення нової опції пре сорту для </a:t>
            </a:r>
            <a:r>
              <a:rPr lang="uk-UA" dirty="0" err="1"/>
              <a:t>розгружаючих</a:t>
            </a:r>
            <a:r>
              <a:rPr lang="uk-UA" dirty="0"/>
              <a:t> для подальшого пришвидшення сорту картонів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5B792F-C4EA-18EB-986B-C8CDF8866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617" y="3429000"/>
            <a:ext cx="3046461" cy="3046461"/>
          </a:xfrm>
          <a:prstGeom prst="rect">
            <a:avLst/>
          </a:prstGeom>
          <a:effectLst>
            <a:outerShdw blurRad="177800" dist="38100" dir="2700000" sx="101000" sy="101000" algn="tl" rotWithShape="0">
              <a:prstClr val="black">
                <a:alpha val="6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04859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220</Words>
  <Application>Microsoft Office PowerPoint</Application>
  <PresentationFormat>Широкоэкранный</PresentationFormat>
  <Paragraphs>41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-apple-system</vt:lpstr>
      <vt:lpstr>Aptos</vt:lpstr>
      <vt:lpstr>Aptos Display</vt:lpstr>
      <vt:lpstr>Arial</vt:lpstr>
      <vt:lpstr>Bahnschrift SemiBold SemiConden</vt:lpstr>
      <vt:lpstr>Тема Office</vt:lpstr>
      <vt:lpstr>Warehouse System</vt:lpstr>
      <vt:lpstr>Що в презентації</vt:lpstr>
      <vt:lpstr>Стартове меню</vt:lpstr>
      <vt:lpstr>Меню</vt:lpstr>
      <vt:lpstr>Функціонал SORT Single / Vevor / Mix</vt:lpstr>
      <vt:lpstr> Різниця між SORT Single / Vevor / Mix</vt:lpstr>
      <vt:lpstr>Різниця між користувачем і Адміном</vt:lpstr>
      <vt:lpstr>Технічна сторона сервера</vt:lpstr>
      <vt:lpstr>Додаткові ідеї які були не реалізованні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Odejchuk</dc:creator>
  <cp:lastModifiedBy>Ivan Odejchuk</cp:lastModifiedBy>
  <cp:revision>1</cp:revision>
  <dcterms:created xsi:type="dcterms:W3CDTF">2026-09-06T16:56:18Z</dcterms:created>
  <dcterms:modified xsi:type="dcterms:W3CDTF">2026-09-06T18:04:42Z</dcterms:modified>
</cp:coreProperties>
</file>