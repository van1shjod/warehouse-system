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Простий вступ без офіційного тону.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два кроки процесу — pre-sort і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Перший крок перед скануванням.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Ті, хто вигружає контейнер, сканують кожен картон по палетах.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Сортувальник сканує код і одразу бачить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Дві гілки сценарію під час сортування без готового pre-sort.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Прості додаткові зручності для роботи.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Прості вигоди, без формальних термінів.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Проста завершальна фраза без формального заклику до дії.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Pre-sort і Sort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частини одного процесу сортування картону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4092854"/>
            <a:ext cx="592531" cy="5925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37360" y="3977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ba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574" y="4092854"/>
            <a:ext cx="592531" cy="5925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34640" y="3977640"/>
            <a:ext cx="822960" cy="822960"/>
          </a:xfrm>
          <a:prstGeom prst="ellipse">
            <a:avLst/>
          </a:prstGeom>
          <a:solidFill>
            <a:srgbClr val="2E86A6"/>
          </a:solidFill>
          <a:ln/>
        </p:spPr>
      </p:sp>
      <p:pic>
        <p:nvPicPr>
          <p:cNvPr id="9" name="Image 2" descr="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54" y="4092854"/>
            <a:ext cx="592531" cy="592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Загальна ідея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Щоб сортування було швидшим і точнішим, процес поділений на два кроки.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892040" cy="283464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468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Підготовка даних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2044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Сканування картону під час роботи з контейнером — ще до того, як почнеться пошук.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4892040" cy="2834640"/>
          </a:xfrm>
          <a:prstGeom prst="roundRect">
            <a:avLst>
              <a:gd name="adj" fmla="val 258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2468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880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Фінальне розкладання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52044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потрібного картону і розкладання його по палетах.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Pre-sort: з чого починається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Працівник обирає рампу і час прибуття контейнера — це запускає каунтинг з pre-sort.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5054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Рампа і номер контейнера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Обирається перед початком роботи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694176"/>
            <a:ext cx="658368" cy="6583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611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прибуття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Фіксується разом з контейнером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 час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вигрузки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ba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5210" y="9976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8961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Сканувати кожен картон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2618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pack ID, перед тим як покласти на палету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0" y="23317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24149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23134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Закрити палету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26791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Палета отримує номер (№1, №2...), далі — нова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0" y="37490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arrow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10" y="38322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3730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прискорити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349240" y="40965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людей зі сканерами — pre-sort одночасно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 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готові дані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640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Сканує код картону → бачить, де він лежить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188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створений робочим під час каунтингу і pre-sort, або лідером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8012" y="2199132"/>
            <a:ext cx="493776" cy="4937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34340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Палета №2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шт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2084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19913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9224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Палета №5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шт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86968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2" y="21991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4108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Палета №9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64108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шт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931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Забираючи картон, працівник вказує номер палети та кількість, яку забрав.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Sort: коли pre-sort не проводився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Працівник обирає контейнер, тип сортування — Single, Vevor або Mix, і сканує ID картону.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468880"/>
            <a:ext cx="640080" cy="640080"/>
          </a:xfrm>
          <a:prstGeom prst="ellipse">
            <a:avLst/>
          </a:prstGeom>
          <a:solidFill>
            <a:srgbClr val="2E86A6"/>
          </a:solidFill>
          <a:ln/>
        </p:spPr>
      </p:sp>
      <p:pic>
        <p:nvPicPr>
          <p:cNvPr id="6" name="Image 0" descr="box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25584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291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Картон новий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79476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Вносить загальну кількість, кількість у наявності, номер палети — і підтверджує.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2103120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2468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91" y="255849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55080" y="3291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Картон вже на палеті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355080" y="379476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Загальну кількість вносити не потрібно — лише кількість у наявності та підтвердження палети.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Додаткові можливості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lus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2126894"/>
            <a:ext cx="592531" cy="5925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017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 палета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74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почати нову, щойно поточна зібрана й готова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0" y="20116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494" y="2126894"/>
            <a:ext cx="592531" cy="59253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3017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Картон зібрано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3474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повідомляє, коли тип картону зібрано повністю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це дає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2114093"/>
            <a:ext cx="526694" cy="5266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Швидша вигрузка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часу на пошук картону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9768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093" y="2114093"/>
            <a:ext cx="526694" cy="5266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6052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Чіткий контроль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16052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де що лежить і скільки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95528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3" y="211409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плутанини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81812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Простіше і зрозуміліше на кожному етапі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651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Ось так pre-sort і sort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працюють разом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 — готовий обговорити деталі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2026-09-13T18:08:17Z</dcterms:created>
  <dcterms:modified xsi:type="dcterms:W3CDTF">2026-09-13T18:08:17Z</dcterms:modified>
</cp:coreProperties>
</file>