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Простий вступ без офіційного тону.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Просте пояснення суті проблеми.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Показати різницю ДО/ПІСЛЯ — хаос повного сорту vs. вибіркове збирання одного типу.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Ті, хто вигружає контейнер, сканують кожен картон по палетах.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Сортувальник сканує код і одразу бачить результат.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Прості вигоди, без формальних термінів.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Проста завершальна фраза без формального заклику до дії.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Точковий сорт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Коротко про ідею: як сортувати картон швидше і з меншими витратами місця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pptx_work/box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4092854"/>
            <a:ext cx="592531" cy="59253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0" y="39776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1" descr="/home/claude/pptx_work/bar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014" y="4092854"/>
            <a:ext cx="592531" cy="59253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017520" y="39776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2" descr="/home/claude/pptx_work/mapp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2734" y="4092854"/>
            <a:ext cx="592531" cy="5925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чому проблема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Іноді контейнер не встигають посортувати під час вигрузки — часу мало. Тому картон вигружають "як є", а сортують вже потім. Проблема в тому, що звичайне сортування вимагає місця одразу під усі типи картону.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685800" cy="6858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3017520"/>
            <a:ext cx="685800" cy="6858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2377440" y="3017520"/>
            <a:ext cx="685800" cy="685800"/>
          </a:xfrm>
          <a:prstGeom prst="roundRect">
            <a:avLst>
              <a:gd name="adj" fmla="val 6667"/>
            </a:avLst>
          </a:prstGeom>
          <a:solidFill>
            <a:srgbClr val="8FA6B2"/>
          </a:solidFill>
          <a:ln/>
        </p:spPr>
      </p:sp>
      <p:sp>
        <p:nvSpPr>
          <p:cNvPr id="7" name="Shape 5"/>
          <p:cNvSpPr/>
          <p:nvPr/>
        </p:nvSpPr>
        <p:spPr>
          <a:xfrm>
            <a:off x="3246120" y="3017520"/>
            <a:ext cx="685800" cy="685800"/>
          </a:xfrm>
          <a:prstGeom prst="roundRect">
            <a:avLst>
              <a:gd name="adj" fmla="val 6667"/>
            </a:avLst>
          </a:prstGeom>
          <a:solidFill>
            <a:srgbClr val="B7C4C9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0" y="3017520"/>
            <a:ext cx="685800" cy="685800"/>
          </a:xfrm>
          <a:prstGeom prst="roundRect">
            <a:avLst>
              <a:gd name="adj" fmla="val 6667"/>
            </a:avLst>
          </a:prstGeom>
          <a:solidFill>
            <a:srgbClr val="2E86A6"/>
          </a:solidFill>
          <a:ln/>
        </p:spPr>
      </p:sp>
      <p:sp>
        <p:nvSpPr>
          <p:cNvPr id="9" name="Shape 7"/>
          <p:cNvSpPr/>
          <p:nvPr/>
        </p:nvSpPr>
        <p:spPr>
          <a:xfrm>
            <a:off x="4983480" y="3017520"/>
            <a:ext cx="685800" cy="685800"/>
          </a:xfrm>
          <a:prstGeom prst="roundRect">
            <a:avLst>
              <a:gd name="adj" fmla="val 6667"/>
            </a:avLst>
          </a:prstGeom>
          <a:solidFill>
            <a:srgbClr val="5A7D8C"/>
          </a:solidFill>
          <a:ln/>
        </p:spPr>
      </p:sp>
      <p:sp>
        <p:nvSpPr>
          <p:cNvPr id="10" name="Shape 8"/>
          <p:cNvSpPr/>
          <p:nvPr/>
        </p:nvSpPr>
        <p:spPr>
          <a:xfrm>
            <a:off x="5852160" y="3017520"/>
            <a:ext cx="685800" cy="6858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6720840" y="3017520"/>
            <a:ext cx="685800" cy="6858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794760"/>
            <a:ext cx="685800" cy="6858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3" name="Shape 11"/>
          <p:cNvSpPr/>
          <p:nvPr/>
        </p:nvSpPr>
        <p:spPr>
          <a:xfrm>
            <a:off x="1508760" y="3794760"/>
            <a:ext cx="685800" cy="6858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2377440" y="3794760"/>
            <a:ext cx="685800" cy="685800"/>
          </a:xfrm>
          <a:prstGeom prst="roundRect">
            <a:avLst>
              <a:gd name="adj" fmla="val 6667"/>
            </a:avLst>
          </a:prstGeom>
          <a:solidFill>
            <a:srgbClr val="8FA6B2"/>
          </a:solidFill>
          <a:ln/>
        </p:spPr>
      </p:sp>
      <p:sp>
        <p:nvSpPr>
          <p:cNvPr id="15" name="Shape 13"/>
          <p:cNvSpPr/>
          <p:nvPr/>
        </p:nvSpPr>
        <p:spPr>
          <a:xfrm>
            <a:off x="3246120" y="3794760"/>
            <a:ext cx="685800" cy="685800"/>
          </a:xfrm>
          <a:prstGeom prst="roundRect">
            <a:avLst>
              <a:gd name="adj" fmla="val 6667"/>
            </a:avLst>
          </a:prstGeom>
          <a:solidFill>
            <a:srgbClr val="B7C4C9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0" y="3794760"/>
            <a:ext cx="685800" cy="685800"/>
          </a:xfrm>
          <a:prstGeom prst="roundRect">
            <a:avLst>
              <a:gd name="adj" fmla="val 6667"/>
            </a:avLst>
          </a:prstGeom>
          <a:solidFill>
            <a:srgbClr val="2E86A6"/>
          </a:solidFill>
          <a:ln/>
        </p:spPr>
      </p:sp>
      <p:sp>
        <p:nvSpPr>
          <p:cNvPr id="17" name="Shape 15"/>
          <p:cNvSpPr/>
          <p:nvPr/>
        </p:nvSpPr>
        <p:spPr>
          <a:xfrm>
            <a:off x="4983480" y="3794760"/>
            <a:ext cx="685800" cy="685800"/>
          </a:xfrm>
          <a:prstGeom prst="roundRect">
            <a:avLst>
              <a:gd name="adj" fmla="val 6667"/>
            </a:avLst>
          </a:prstGeom>
          <a:solidFill>
            <a:srgbClr val="5A7D8C"/>
          </a:solidFill>
          <a:ln/>
        </p:spPr>
      </p:sp>
      <p:sp>
        <p:nvSpPr>
          <p:cNvPr id="18" name="Shape 16"/>
          <p:cNvSpPr/>
          <p:nvPr/>
        </p:nvSpPr>
        <p:spPr>
          <a:xfrm>
            <a:off x="5852160" y="3794760"/>
            <a:ext cx="685800" cy="6858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9" name="Shape 17"/>
          <p:cNvSpPr/>
          <p:nvPr/>
        </p:nvSpPr>
        <p:spPr>
          <a:xfrm>
            <a:off x="6720840" y="3794760"/>
            <a:ext cx="685800" cy="6858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754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Багато різних типів — і всі одразу потребують місця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 що як сортувати вибірково?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Замість повного сорту одразу — обираєш один тип картону і збираєш тільки його.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029200" cy="3657600"/>
          </a:xfrm>
          <a:prstGeom prst="roundRect">
            <a:avLst>
              <a:gd name="adj" fmla="val 2000"/>
            </a:avLst>
          </a:prstGeom>
          <a:solidFill>
            <a:srgbClr val="F4F8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Повний сорт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29184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1572768" y="329184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2231136" y="329184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8FA6B2"/>
          </a:solidFill>
          <a:ln/>
        </p:spPr>
      </p:sp>
      <p:sp>
        <p:nvSpPr>
          <p:cNvPr id="10" name="Shape 8"/>
          <p:cNvSpPr/>
          <p:nvPr/>
        </p:nvSpPr>
        <p:spPr>
          <a:xfrm>
            <a:off x="2889504" y="329184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B7C4C9"/>
          </a:solidFill>
          <a:ln/>
        </p:spPr>
      </p:sp>
      <p:sp>
        <p:nvSpPr>
          <p:cNvPr id="11" name="Shape 9"/>
          <p:cNvSpPr/>
          <p:nvPr/>
        </p:nvSpPr>
        <p:spPr>
          <a:xfrm>
            <a:off x="3547872" y="329184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2E86A6"/>
          </a:solidFill>
          <a:ln/>
        </p:spPr>
      </p:sp>
      <p:sp>
        <p:nvSpPr>
          <p:cNvPr id="12" name="Shape 10"/>
          <p:cNvSpPr/>
          <p:nvPr/>
        </p:nvSpPr>
        <p:spPr>
          <a:xfrm>
            <a:off x="4206240" y="329184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5A7D8C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97764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</p:spPr>
      </p:sp>
      <p:sp>
        <p:nvSpPr>
          <p:cNvPr id="14" name="Shape 12"/>
          <p:cNvSpPr/>
          <p:nvPr/>
        </p:nvSpPr>
        <p:spPr>
          <a:xfrm>
            <a:off x="1572768" y="397764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2231136" y="397764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8FA6B2"/>
          </a:solidFill>
          <a:ln/>
        </p:spPr>
      </p:sp>
      <p:sp>
        <p:nvSpPr>
          <p:cNvPr id="16" name="Shape 14"/>
          <p:cNvSpPr/>
          <p:nvPr/>
        </p:nvSpPr>
        <p:spPr>
          <a:xfrm>
            <a:off x="2889504" y="397764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B7C4C9"/>
          </a:solidFill>
          <a:ln/>
        </p:spPr>
      </p:sp>
      <p:sp>
        <p:nvSpPr>
          <p:cNvPr id="17" name="Shape 15"/>
          <p:cNvSpPr/>
          <p:nvPr/>
        </p:nvSpPr>
        <p:spPr>
          <a:xfrm>
            <a:off x="3547872" y="397764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2E86A6"/>
          </a:solidFill>
          <a:ln/>
        </p:spPr>
      </p:sp>
      <p:sp>
        <p:nvSpPr>
          <p:cNvPr id="18" name="Shape 16"/>
          <p:cNvSpPr/>
          <p:nvPr/>
        </p:nvSpPr>
        <p:spPr>
          <a:xfrm>
            <a:off x="4206240" y="397764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5A7D8C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466344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</p:spPr>
      </p:sp>
      <p:sp>
        <p:nvSpPr>
          <p:cNvPr id="20" name="Shape 18"/>
          <p:cNvSpPr/>
          <p:nvPr/>
        </p:nvSpPr>
        <p:spPr>
          <a:xfrm>
            <a:off x="1572768" y="466344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2231136" y="466344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8FA6B2"/>
          </a:solidFill>
          <a:ln/>
        </p:spPr>
      </p:sp>
      <p:sp>
        <p:nvSpPr>
          <p:cNvPr id="22" name="Shape 20"/>
          <p:cNvSpPr/>
          <p:nvPr/>
        </p:nvSpPr>
        <p:spPr>
          <a:xfrm>
            <a:off x="2889504" y="466344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B7C4C9"/>
          </a:solidFill>
          <a:ln/>
        </p:spPr>
      </p:sp>
      <p:sp>
        <p:nvSpPr>
          <p:cNvPr id="23" name="Shape 21"/>
          <p:cNvSpPr/>
          <p:nvPr/>
        </p:nvSpPr>
        <p:spPr>
          <a:xfrm>
            <a:off x="3547872" y="466344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2E86A6"/>
          </a:solidFill>
          <a:ln/>
        </p:spPr>
      </p:sp>
      <p:sp>
        <p:nvSpPr>
          <p:cNvPr id="24" name="Shape 22"/>
          <p:cNvSpPr/>
          <p:nvPr/>
        </p:nvSpPr>
        <p:spPr>
          <a:xfrm>
            <a:off x="4206240" y="466344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5A7D8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5166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Місце потрібне під усі типи одразу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943600" y="2011680"/>
            <a:ext cx="5029200" cy="3657600"/>
          </a:xfrm>
          <a:prstGeom prst="roundRect">
            <a:avLst>
              <a:gd name="adj" fmla="val 2000"/>
            </a:avLst>
          </a:prstGeom>
          <a:solidFill>
            <a:srgbClr val="065A8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21792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ПІСЛЯ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2560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Точковий сорт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309360" y="356616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3AA6C9"/>
          </a:solidFill>
          <a:ln/>
        </p:spPr>
      </p:sp>
      <p:sp>
        <p:nvSpPr>
          <p:cNvPr id="30" name="Shape 28"/>
          <p:cNvSpPr/>
          <p:nvPr/>
        </p:nvSpPr>
        <p:spPr>
          <a:xfrm>
            <a:off x="6967728" y="356616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3AA6C9"/>
          </a:solidFill>
          <a:ln/>
        </p:spPr>
      </p:sp>
      <p:sp>
        <p:nvSpPr>
          <p:cNvPr id="31" name="Shape 29"/>
          <p:cNvSpPr/>
          <p:nvPr/>
        </p:nvSpPr>
        <p:spPr>
          <a:xfrm>
            <a:off x="7626096" y="356616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3AA6C9"/>
          </a:solidFill>
          <a:ln/>
        </p:spPr>
      </p:sp>
      <p:sp>
        <p:nvSpPr>
          <p:cNvPr id="32" name="Shape 30"/>
          <p:cNvSpPr/>
          <p:nvPr/>
        </p:nvSpPr>
        <p:spPr>
          <a:xfrm>
            <a:off x="8284464" y="356616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3AA6C9"/>
          </a:solidFill>
          <a:ln/>
        </p:spPr>
      </p:sp>
      <p:sp>
        <p:nvSpPr>
          <p:cNvPr id="33" name="Shape 31"/>
          <p:cNvSpPr/>
          <p:nvPr/>
        </p:nvSpPr>
        <p:spPr>
          <a:xfrm>
            <a:off x="8942832" y="356616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3AA6C9"/>
          </a:solidFill>
          <a:ln/>
        </p:spPr>
      </p:sp>
      <p:sp>
        <p:nvSpPr>
          <p:cNvPr id="34" name="Shape 32"/>
          <p:cNvSpPr/>
          <p:nvPr/>
        </p:nvSpPr>
        <p:spPr>
          <a:xfrm>
            <a:off x="9601200" y="3566160"/>
            <a:ext cx="502920" cy="502920"/>
          </a:xfrm>
          <a:prstGeom prst="roundRect">
            <a:avLst>
              <a:gd name="adj" fmla="val 7273"/>
            </a:avLst>
          </a:prstGeom>
          <a:solidFill>
            <a:srgbClr val="3AA6C9"/>
          </a:solidFill>
          <a:ln/>
        </p:spPr>
      </p:sp>
      <p:sp>
        <p:nvSpPr>
          <p:cNvPr id="35" name="Shape 33"/>
          <p:cNvSpPr/>
          <p:nvPr/>
        </p:nvSpPr>
        <p:spPr>
          <a:xfrm>
            <a:off x="8046720" y="4389120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6" name="Image 0" descr="/home/claude/pptx_work/crosshai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1934" y="4504334"/>
            <a:ext cx="592531" cy="592531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6217920" y="5166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тип картону — менше зайнятого місця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6858000"/>
          </a:xfrm>
          <a:prstGeom prst="round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9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PRE-SORT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Під час вигрузки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840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Готуємо дані для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майбутнього сортування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9144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pptx_work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5614" y="1029614"/>
            <a:ext cx="592531" cy="59253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251960" y="8686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Обрати контейнер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4251960" y="13716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Брама, номер контейнера, час прибуття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611880" y="1783080"/>
            <a:ext cx="0" cy="960120"/>
          </a:xfrm>
          <a:prstGeom prst="line">
            <a:avLst/>
          </a:prstGeom>
          <a:noFill/>
          <a:ln w="19050">
            <a:solidFill>
              <a:srgbClr val="CFE3EC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3200400" y="27432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pptx_work/bar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614" y="2858414"/>
            <a:ext cx="592531" cy="59253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51960" y="26974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Сканувати кожен картон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4251960" y="32004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 час викладання на палету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3611880" y="3611880"/>
            <a:ext cx="0" cy="960120"/>
          </a:xfrm>
          <a:prstGeom prst="line">
            <a:avLst/>
          </a:prstGeom>
          <a:noFill/>
          <a:ln w="19050">
            <a:solidFill>
              <a:srgbClr val="CFE3EC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3200400" y="45720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/home/claude/pptx_work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614" y="4687214"/>
            <a:ext cx="592531" cy="59253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251960" y="45262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Закрити палету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4251960" y="50292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Палета отримує номер (№1, №2...), далі — нова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3200400" y="5623560"/>
            <a:ext cx="7680960" cy="868680"/>
          </a:xfrm>
          <a:prstGeom prst="roundRect">
            <a:avLst>
              <a:gd name="adj" fmla="val 8421"/>
            </a:avLst>
          </a:prstGeom>
          <a:solidFill>
            <a:srgbClr val="F4F8FA"/>
          </a:solidFill>
          <a:ln/>
        </p:spPr>
      </p:sp>
      <p:sp>
        <p:nvSpPr>
          <p:cNvPr id="22" name="Shape 16"/>
          <p:cNvSpPr/>
          <p:nvPr/>
        </p:nvSpPr>
        <p:spPr>
          <a:xfrm>
            <a:off x="3383280" y="577900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3" descr="/home/claude/pptx_work/arrow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090" y="5855818"/>
            <a:ext cx="395021" cy="3950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114800" y="57150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Можна прискорити: кілька людей зі сканерами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4114800" y="60807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Pre-sort можуть виконувати одночасно декілька людей — вигрузка йде швидше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685800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Під час сортування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7947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Миттєвий пошук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потрібного картону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Сканує код картону → бачить, де він лежить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164592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/home/claude/pptx_work/bar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1218" y="1786738"/>
            <a:ext cx="724205" cy="7242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38912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Код: 4471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703320" y="2880360"/>
            <a:ext cx="0" cy="5029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200400" y="356616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4F8FA"/>
          </a:solidFill>
          <a:ln/>
        </p:spPr>
      </p:sp>
      <p:sp>
        <p:nvSpPr>
          <p:cNvPr id="12" name="Shape 9"/>
          <p:cNvSpPr/>
          <p:nvPr/>
        </p:nvSpPr>
        <p:spPr>
          <a:xfrm>
            <a:off x="4114800" y="379476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3" name="Image 1" descr="/home/claude/pptx_work/mapp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4411" y="3884371"/>
            <a:ext cx="460858" cy="46085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291840" y="4526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Палета №2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291840" y="48646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шт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943600" y="356616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4F8FA"/>
          </a:solidFill>
          <a:ln/>
        </p:spPr>
      </p:sp>
      <p:sp>
        <p:nvSpPr>
          <p:cNvPr id="17" name="Shape 13"/>
          <p:cNvSpPr/>
          <p:nvPr/>
        </p:nvSpPr>
        <p:spPr>
          <a:xfrm>
            <a:off x="6858000" y="379476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8" name="Image 2" descr="/home/claude/pptx_work/mapp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7611" y="3884371"/>
            <a:ext cx="460858" cy="46085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035040" y="4526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Палета №5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035040" y="48646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шт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8686800" y="356616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4F8FA"/>
          </a:solidFill>
          <a:ln/>
        </p:spPr>
      </p:sp>
      <p:sp>
        <p:nvSpPr>
          <p:cNvPr id="22" name="Shape 17"/>
          <p:cNvSpPr/>
          <p:nvPr/>
        </p:nvSpPr>
        <p:spPr>
          <a:xfrm>
            <a:off x="9601200" y="379476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3" name="Image 3" descr="/home/claude/pptx_work/mapp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0811" y="3884371"/>
            <a:ext cx="460858" cy="46085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778240" y="4526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Палета №9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8778240" y="48646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шт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3200400" y="5623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треба обходити всі палети наосліп — місце вже відоме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це дає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828800" y="17373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/home/claude/pptx_work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6816" y="1865376"/>
            <a:ext cx="658368" cy="6583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880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Менше місця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474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треба тримати простір під усі типи одразу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40680" y="17373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pptx_work/arrow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696" y="1865376"/>
            <a:ext cx="658368" cy="6583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251960" y="2880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Швидше шукати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4389120" y="3474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треба обходити всі палети — місце вже відоме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9052560" y="17373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/home/claude/pptx_work/crosshai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76" y="1865376"/>
            <a:ext cx="658368" cy="6583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863840" y="2880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Простіше і зрозуміліше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8001000" y="3474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Видно, де що лежить і скільки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60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Ось і вся ідея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4290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Дякую за увагу — готовий обговорити деталі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2026-09-07T18:48:37Z</dcterms:created>
  <dcterms:modified xsi:type="dcterms:W3CDTF">2026-09-07T18:48:37Z</dcterms:modified>
</cp:coreProperties>
</file>